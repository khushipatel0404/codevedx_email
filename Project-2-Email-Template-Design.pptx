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ontserrat Bold" panose="020B0604020202020204" charset="0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60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39874" y="1414314"/>
            <a:ext cx="1648792" cy="277564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632371" y="1460525"/>
            <a:ext cx="192099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UI/UX INTERNSHIP PROJECT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9874" y="1753567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2: Email Template Design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39874" y="2861518"/>
            <a:ext cx="4635252" cy="86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professional, responsive email template crafted to boost engagement, improve readability, and maintain brand consistency across all devices.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By: [Khushi Kundariya] · Tools: Figma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6EAF9-184D-8A82-4FE8-AA8237104691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1914" y="361429"/>
            <a:ext cx="574328" cy="210517"/>
          </a:xfrm>
          <a:prstGeom prst="roundRect">
            <a:avLst>
              <a:gd name="adj" fmla="val 6870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933" y="402282"/>
            <a:ext cx="877491" cy="128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1914" y="609600"/>
            <a:ext cx="4454798" cy="342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an Email Template?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91914" y="1487499"/>
            <a:ext cx="6105868" cy="80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email template is a pre-designed layout used for marketing campaigns, promotions, product launches, and customer engagement — ensuring a consistent, polished brand experience every time.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084" y="3820195"/>
            <a:ext cx="180752" cy="180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3556" y="3816474"/>
            <a:ext cx="142398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Professional Design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183556" y="4044107"/>
            <a:ext cx="3329583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Clean, brand-aligned visuals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956" y="3820195"/>
            <a:ext cx="180752" cy="180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2428" y="3816474"/>
            <a:ext cx="1461939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Higher Engagement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022428" y="4044107"/>
            <a:ext cx="3329583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click-through rates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084" y="4397127"/>
            <a:ext cx="180752" cy="180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3556" y="4393406"/>
            <a:ext cx="1369516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Brand Consistency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183556" y="4621039"/>
            <a:ext cx="3329583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Unified identity across campaigns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956" y="4397127"/>
            <a:ext cx="180752" cy="1807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2428" y="4393406"/>
            <a:ext cx="1369516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Responsive Layout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5022428" y="4621039"/>
            <a:ext cx="3329583" cy="161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for all screen sizes</a:t>
            </a:r>
            <a:endParaRPr lang="en-US" sz="9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047FF5-5A92-ECDC-67C9-F8289B3E7570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056" y="435769"/>
            <a:ext cx="1320180" cy="266105"/>
          </a:xfrm>
          <a:prstGeom prst="roundRect">
            <a:avLst>
              <a:gd name="adj" fmla="val 6739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612725" y="480566"/>
            <a:ext cx="159804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&amp;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056" y="759768"/>
            <a:ext cx="6179344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Most Marketing Emails Fail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23056" y="1546175"/>
            <a:ext cx="215547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006" y="1921222"/>
            <a:ext cx="1879997" cy="7780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8680" y="2089696"/>
            <a:ext cx="146685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Poor visual hierarchy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9689" y="1921222"/>
            <a:ext cx="1879997" cy="7780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54362" y="2089696"/>
            <a:ext cx="146685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Cluttered, overwhelming layouts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006" y="2844031"/>
            <a:ext cx="1879997" cy="7780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8680" y="3012504"/>
            <a:ext cx="146685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readability on mobile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9689" y="2844031"/>
            <a:ext cx="1879997" cy="7780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54362" y="3012504"/>
            <a:ext cx="146685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or missing CTAs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006" y="3766840"/>
            <a:ext cx="1879997" cy="7780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8680" y="3935313"/>
            <a:ext cx="146685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optimized for devices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4651474" y="1401440"/>
            <a:ext cx="4081835" cy="3306291"/>
          </a:xfrm>
          <a:prstGeom prst="roundRect">
            <a:avLst>
              <a:gd name="adj" fmla="val 678"/>
            </a:avLst>
          </a:prstGeom>
          <a:solidFill>
            <a:srgbClr val="2D2E34"/>
          </a:solidFill>
          <a:ln/>
        </p:spPr>
      </p:sp>
      <p:sp>
        <p:nvSpPr>
          <p:cNvPr id="17" name="Text 10"/>
          <p:cNvSpPr/>
          <p:nvPr/>
        </p:nvSpPr>
        <p:spPr>
          <a:xfrm>
            <a:off x="4800898" y="1546175"/>
            <a:ext cx="215547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800898" y="1903140"/>
            <a:ext cx="3782988" cy="661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 </a:t>
            </a:r>
            <a:r>
              <a:rPr lang="en-US" sz="11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clean, visually appealing, and fully responsive</a:t>
            </a: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email template that improves user experience, guides the eye naturally, and drives meaningful engagement.</a:t>
            </a:r>
            <a:endParaRPr lang="en-US" sz="11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DB223F-A241-C56D-B2D7-31D9B8FF967F}"/>
              </a:ext>
            </a:extLst>
          </p:cNvPr>
          <p:cNvSpPr/>
          <p:nvPr/>
        </p:nvSpPr>
        <p:spPr>
          <a:xfrm>
            <a:off x="8025619" y="4707730"/>
            <a:ext cx="1069144" cy="43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834926"/>
            <a:ext cx="748754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885899"/>
            <a:ext cx="1011436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183704"/>
            <a:ext cx="512854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Understanding Our Users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39874" y="296361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Audience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9874" y="3275261"/>
            <a:ext cx="2559546" cy="1033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shoppers &amp; e-commerce customers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Brand subscribers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Mobile-first users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92227" y="296361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Needs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92227" y="3275261"/>
            <a:ext cx="2559546" cy="1033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Easy-to-read content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Attractive visuals &amp; clear offers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navigation &amp; mobile-friendly experience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44580" y="296361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Pain Points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4580" y="3275261"/>
            <a:ext cx="2559546" cy="80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 much information at once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Confusing layouts</a:t>
            </a:r>
            <a:endParaRPr lang="en-US" sz="12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Difficult-to-tap buttons on mobile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92C9D8-4087-AA4E-81AD-8ABE827D95F1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7519" y="362024"/>
            <a:ext cx="664369" cy="195932"/>
          </a:xfrm>
          <a:prstGeom prst="roundRect">
            <a:avLst>
              <a:gd name="adj" fmla="val 7234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938361" y="397446"/>
            <a:ext cx="979884" cy="125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WIREFRAMES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67519" y="594122"/>
            <a:ext cx="4242122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Structuring the Email 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7519" y="1065163"/>
            <a:ext cx="7866087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Wireframes were created first to define content hierarchy and layout before moving to high-fidelity design — ensuring a logical, user-friendly flow.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19" y="1323231"/>
            <a:ext cx="7408887" cy="3200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35500" y="3711400"/>
            <a:ext cx="1100070" cy="18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Hero Banner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35500" y="3950492"/>
            <a:ext cx="1100070" cy="282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Attention-grabbing visual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60197" y="3711400"/>
            <a:ext cx="1100070" cy="18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Special Offer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60197" y="3950492"/>
            <a:ext cx="1100070" cy="282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Limited-time promotion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26658" y="1611994"/>
            <a:ext cx="1100070" cy="18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Header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26658" y="1851087"/>
            <a:ext cx="1100070" cy="282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Branding and navigation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27076" y="1611994"/>
            <a:ext cx="1100070" cy="18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27076" y="1851087"/>
            <a:ext cx="1100070" cy="282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 and legal links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65380" y="1611994"/>
            <a:ext cx="1100070" cy="36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Featured Products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65380" y="2033189"/>
            <a:ext cx="1100070" cy="14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Showcase top items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7519" y="4625132"/>
            <a:ext cx="7866087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section serves a specific purpose — from capturing attention at the top to driving action at the bottom.</a:t>
            </a:r>
            <a:endParaRPr lang="en-US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B399C7-56CD-8807-3ED9-856ED0244034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630957"/>
            <a:ext cx="1372046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681930"/>
            <a:ext cx="1634728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HIGH-FIDELITY DESIGN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979736"/>
            <a:ext cx="507801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Final Email Template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39874" y="1649388"/>
            <a:ext cx="2585219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94134" y="180364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Header Nav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134" y="2115294"/>
            <a:ext cx="227669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Logo &amp; brand navigation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9353" y="1649388"/>
            <a:ext cx="2585219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433614" y="180364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Hero Banner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33614" y="2115294"/>
            <a:ext cx="227669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Promotional headline &amp; CTA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8833" y="1649388"/>
            <a:ext cx="2585219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173093" y="180364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Showcase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3093" y="2115294"/>
            <a:ext cx="227669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Featured product cards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874" y="2655168"/>
            <a:ext cx="2585219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134" y="28094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Discount Offer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4134" y="3121075"/>
            <a:ext cx="227669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Time-sensitive promotion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79353" y="2655168"/>
            <a:ext cx="2585219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3433614" y="28094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Reviews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33614" y="3121075"/>
            <a:ext cx="227669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testimonials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18833" y="2655168"/>
            <a:ext cx="2585219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173093" y="28094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Newsletter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73093" y="3121075"/>
            <a:ext cx="227669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input field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874" y="3660949"/>
            <a:ext cx="8064178" cy="851520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134" y="381520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Footer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4134" y="4126855"/>
            <a:ext cx="7755657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Links, social &amp; legal</a:t>
            </a: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D38CDE-62B5-7205-C80E-1853B5E0BB6E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9938" y="332929"/>
            <a:ext cx="889248" cy="175840"/>
          </a:xfrm>
          <a:prstGeom prst="roundRect">
            <a:avLst>
              <a:gd name="adj" fmla="val 7402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234976" y="365447"/>
            <a:ext cx="1216372" cy="110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RESPONSIVE DESIGN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69938" y="539204"/>
            <a:ext cx="3867001" cy="30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Designed for Every Screen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38" y="1047527"/>
            <a:ext cx="4330005" cy="2886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9322" y="2283023"/>
            <a:ext cx="2209354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template adapts seamlessly across all device sizes, ensuring a consistent and accessible experience for every user.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9938" y="4105796"/>
            <a:ext cx="271165" cy="271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9938" y="4472285"/>
            <a:ext cx="1232595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Desktop &amp; Laptop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69938" y="4672013"/>
            <a:ext cx="2204442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Full-width layout with rich visuals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9704" y="4105796"/>
            <a:ext cx="271165" cy="2711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69704" y="4472285"/>
            <a:ext cx="1232595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Tablet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469704" y="4672013"/>
            <a:ext cx="2204442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grid and spacing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9471" y="4105796"/>
            <a:ext cx="271165" cy="2711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69471" y="4472285"/>
            <a:ext cx="1232595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Mobile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769471" y="4672013"/>
            <a:ext cx="2204517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Stacked layout, larger tap targets</a:t>
            </a:r>
            <a:endParaRPr lang="en-US" sz="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E85D7B-09CA-27D1-8588-17064BC8C4A6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1147" y="353244"/>
            <a:ext cx="491951" cy="175468"/>
          </a:xfrm>
          <a:prstGeom prst="roundRect">
            <a:avLst>
              <a:gd name="adj" fmla="val 7088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88046" y="389037"/>
            <a:ext cx="815355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21147" y="556543"/>
            <a:ext cx="3210446" cy="294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 Included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1321147" y="955402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1424732" y="1058987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233" y="1144488"/>
            <a:ext cx="139898" cy="139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4732" y="1439466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Modern Layout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24732" y="1628403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Clean, structured design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06751" y="955402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4710336" y="1058987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5837" y="1144488"/>
            <a:ext cx="139898" cy="139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0336" y="1439466"/>
            <a:ext cx="1250231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Promotional Banner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710336" y="1628403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Eye-catching hero section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1321147" y="1931491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1424732" y="2035076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0233" y="2120578"/>
            <a:ext cx="139898" cy="139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4732" y="2415555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Cards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424732" y="2604492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Featured items with details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606751" y="1931491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21" name="Shape 16"/>
          <p:cNvSpPr/>
          <p:nvPr/>
        </p:nvSpPr>
        <p:spPr>
          <a:xfrm>
            <a:off x="4710336" y="2035076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5837" y="2120578"/>
            <a:ext cx="139898" cy="139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10336" y="2415555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Testimonials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710336" y="2604492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reviews &amp; trust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1321147" y="2907581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26" name="Shape 20"/>
          <p:cNvSpPr/>
          <p:nvPr/>
        </p:nvSpPr>
        <p:spPr>
          <a:xfrm>
            <a:off x="1424732" y="3011165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0233" y="3096667"/>
            <a:ext cx="139898" cy="1398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24732" y="3391644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Newsletter Signup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424732" y="3580581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subscription input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4606751" y="2907581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31" name="Shape 24"/>
          <p:cNvSpPr/>
          <p:nvPr/>
        </p:nvSpPr>
        <p:spPr>
          <a:xfrm>
            <a:off x="4710336" y="3011165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5837" y="3096667"/>
            <a:ext cx="139898" cy="13989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10336" y="3391644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Responsive Design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710336" y="3580581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on all screens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1321147" y="3883670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36" name="Shape 28"/>
          <p:cNvSpPr/>
          <p:nvPr/>
        </p:nvSpPr>
        <p:spPr>
          <a:xfrm>
            <a:off x="1424732" y="3987254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0233" y="4072756"/>
            <a:ext cx="139898" cy="13989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24732" y="4367733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Social Integration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424732" y="4556671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Connected social links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4606751" y="3883670"/>
            <a:ext cx="3216027" cy="906512"/>
          </a:xfrm>
          <a:prstGeom prst="roundRect">
            <a:avLst>
              <a:gd name="adj" fmla="val 1715"/>
            </a:avLst>
          </a:prstGeom>
          <a:solidFill>
            <a:srgbClr val="F2EEEE"/>
          </a:solidFill>
          <a:ln/>
        </p:spPr>
      </p:sp>
      <p:sp>
        <p:nvSpPr>
          <p:cNvPr id="41" name="Shape 32"/>
          <p:cNvSpPr/>
          <p:nvPr/>
        </p:nvSpPr>
        <p:spPr>
          <a:xfrm>
            <a:off x="4710336" y="3987254"/>
            <a:ext cx="310902" cy="310902"/>
          </a:xfrm>
          <a:prstGeom prst="roundRect">
            <a:avLst>
              <a:gd name="adj" fmla="val 18380160"/>
            </a:avLst>
          </a:prstGeom>
          <a:solidFill>
            <a:srgbClr val="2D2E34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5837" y="4072756"/>
            <a:ext cx="139898" cy="13989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710336" y="4367733"/>
            <a:ext cx="1177826" cy="14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Strong CTAs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4710336" y="4556671"/>
            <a:ext cx="300885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Clear, clickable buttons</a:t>
            </a:r>
            <a:endParaRPr lang="en-US" sz="8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579467-DDF3-9296-D565-D26E6574F867}"/>
              </a:ext>
            </a:extLst>
          </p:cNvPr>
          <p:cNvSpPr/>
          <p:nvPr/>
        </p:nvSpPr>
        <p:spPr>
          <a:xfrm>
            <a:off x="8025619" y="4531556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47961" y="278904"/>
            <a:ext cx="631180" cy="151730"/>
          </a:xfrm>
          <a:prstGeom prst="roundRect">
            <a:avLst>
              <a:gd name="adj" fmla="val 7626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1605781" y="307777"/>
            <a:ext cx="972741" cy="9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SYSTEM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547961" y="454670"/>
            <a:ext cx="4297859" cy="273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Typography, Color &amp; Components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47961" y="879128"/>
            <a:ext cx="15527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Typography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547961" y="1076251"/>
            <a:ext cx="2906464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Poppins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 modern, geometric sans-serif chosen for its clean readability on screens.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47961" y="1371451"/>
            <a:ext cx="15527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Color Palette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94337" y="879128"/>
            <a:ext cx="1754460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Reusable Components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94337" y="1083841"/>
            <a:ext cx="192807" cy="120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94337" y="1233339"/>
            <a:ext cx="290646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4694337" y="1310060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Buttons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94337" y="1507182"/>
            <a:ext cx="2906464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&amp; secondary CTA styles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94337" y="1757139"/>
            <a:ext cx="192807" cy="120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94337" y="1906637"/>
            <a:ext cx="290646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4694337" y="1983358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Cards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94337" y="2180481"/>
            <a:ext cx="2906464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Image, title, price &amp; CTA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94337" y="2430438"/>
            <a:ext cx="192807" cy="120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94337" y="2579936"/>
            <a:ext cx="290646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9" name="Text 17"/>
          <p:cNvSpPr/>
          <p:nvPr/>
        </p:nvSpPr>
        <p:spPr>
          <a:xfrm>
            <a:off x="4694337" y="2656656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Navigation Bar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94337" y="2853779"/>
            <a:ext cx="2906464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Logo, links &amp; utility items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94337" y="3103736"/>
            <a:ext cx="192807" cy="120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94337" y="3253234"/>
            <a:ext cx="290646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3" name="Text 21"/>
          <p:cNvSpPr/>
          <p:nvPr/>
        </p:nvSpPr>
        <p:spPr>
          <a:xfrm>
            <a:off x="4694337" y="3329955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 Fields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94337" y="3527078"/>
            <a:ext cx="2906464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Newsletter &amp; form elements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94337" y="3777035"/>
            <a:ext cx="192807" cy="1204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94337" y="3926532"/>
            <a:ext cx="2906464" cy="14288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7" name="Text 25"/>
          <p:cNvSpPr/>
          <p:nvPr/>
        </p:nvSpPr>
        <p:spPr>
          <a:xfrm>
            <a:off x="4694337" y="4003253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Footer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94337" y="4200376"/>
            <a:ext cx="2906464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Links, social icons &amp; legal</a:t>
            </a:r>
            <a:endParaRPr lang="en-US" sz="75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674" y="4525714"/>
            <a:ext cx="1990130" cy="33880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701478" y="4636368"/>
            <a:ext cx="1711672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#4F46E5 (Indigo)</a:t>
            </a:r>
            <a:endParaRPr lang="en-US" sz="7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9717" y="4525714"/>
            <a:ext cx="1990204" cy="338807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737521" y="4636368"/>
            <a:ext cx="1711747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Secondary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#7C3AED (Purple)</a:t>
            </a:r>
            <a:endParaRPr lang="en-US" sz="7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5835" y="4525714"/>
            <a:ext cx="1990204" cy="33880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773638" y="4636368"/>
            <a:ext cx="1711747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Accent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#06B6D4 (Cyan)</a:t>
            </a:r>
            <a:endParaRPr lang="en-US" sz="7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952F41-C3FD-CC75-8714-A20A83B82563}"/>
              </a:ext>
            </a:extLst>
          </p:cNvPr>
          <p:cNvSpPr/>
          <p:nvPr/>
        </p:nvSpPr>
        <p:spPr>
          <a:xfrm>
            <a:off x="8025619" y="4524522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7393" y="293638"/>
            <a:ext cx="558775" cy="161255"/>
          </a:xfrm>
          <a:prstGeom prst="roundRect">
            <a:avLst>
              <a:gd name="adj" fmla="val 7175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976" y="327273"/>
            <a:ext cx="890811" cy="9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37393" y="478929"/>
            <a:ext cx="2648471" cy="273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Outcomes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37393" y="891332"/>
            <a:ext cx="5040213" cy="318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2309664" y="1302841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 Sections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37393" y="1475854"/>
            <a:ext cx="5040213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Fully designed &amp; structured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37393" y="1761976"/>
            <a:ext cx="5040213" cy="318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2309664" y="2173486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Device Types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37393" y="2346499"/>
            <a:ext cx="5040213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Fully responsive layouts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37393" y="2632621"/>
            <a:ext cx="5040213" cy="318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309664" y="3044130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7393" y="3217143"/>
            <a:ext cx="5040213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into final design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7393" y="3503265"/>
            <a:ext cx="5040213" cy="318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2309664" y="3914775"/>
            <a:ext cx="109559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 Tools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7393" y="4087788"/>
            <a:ext cx="5040213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Figma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37393" y="4732288"/>
            <a:ext cx="5497413" cy="1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</a:t>
            </a:r>
            <a:r>
              <a:rPr lang="en-US" sz="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B13DB4-BBCD-880A-58FD-664B4616E4E0}"/>
              </a:ext>
            </a:extLst>
          </p:cNvPr>
          <p:cNvSpPr/>
          <p:nvPr/>
        </p:nvSpPr>
        <p:spPr>
          <a:xfrm>
            <a:off x="8039687" y="4482321"/>
            <a:ext cx="1069144" cy="6189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537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Light</vt:lpstr>
      <vt:lpstr>Arial</vt:lpstr>
      <vt:lpstr>Source Sans 3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Khushi Kundariya</cp:lastModifiedBy>
  <cp:revision>9</cp:revision>
  <dcterms:created xsi:type="dcterms:W3CDTF">2026-06-10T09:49:44Z</dcterms:created>
  <dcterms:modified xsi:type="dcterms:W3CDTF">2026-06-10T09:54:14Z</dcterms:modified>
</cp:coreProperties>
</file>